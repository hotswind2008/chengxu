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矩阵乘法的性质证明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 i="1">
                <a:solidFill>
                  <a:srgbClr val="4F81BD"/>
                </a:solidFill>
              </a:defRPr>
            </a:pPr>
            <a:r>
              <a:t>若 AB = BA，则 A 与 B 都是方阵且阶相同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F497D"/>
                </a:solidFill>
              </a:defRPr>
            </a:pPr>
            <a: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3200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F497D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/>
            </a:pPr>
            <a: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/>
            </a:pPr>
            <a: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/>
            </a:pPr>
            <a:r>
              <a:t>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问题陈述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设 A 与 B 是两个矩阵，且它们的乘积 AB 与 BA 同时存在并满足 AB = BA。</a:t>
            </a:r>
          </a:p>
          <a:p>
            <a:pPr>
              <a:defRPr sz="2800" b="1">
                <a:solidFill>
                  <a:srgbClr val="4F81BD"/>
                </a:solidFill>
              </a:defRPr>
            </a:pPr>
            <a:r>
              <a:t>证明：A 与 B 都是方阵，且它们的阶相同。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证明：准备工作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设矩阵 A 为 m × n 阶，B 为 p × q 阶。</a:t>
            </a:r>
          </a:p>
          <a:p>
            <a:pPr>
              <a:defRPr sz="2800" i="1">
                <a:solidFill>
                  <a:srgbClr val="000000"/>
                </a:solidFill>
              </a:defRPr>
            </a:pPr>
            <a:r>
              <a:t>根据矩阵乘法的存在性，必须满足以下维度要求：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137160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310896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47472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717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575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2743200"/>
            <a:ext cx="109728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06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p × 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30861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34290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37719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936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7512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证明：条件一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</a:defRPr>
            </a:pPr>
            <a:r>
              <a:t>• 乘积 AB 存在  ⟹  A 的列数 n 与 B 的行数 p 相等，故有</a:t>
            </a:r>
          </a:p>
          <a:p>
            <a:pPr algn="ctr">
              <a:defRPr sz="3600" b="1">
                <a:solidFill>
                  <a:srgbClr val="4F81BD"/>
                </a:solidFill>
              </a:defRPr>
            </a:pPr>
            <a:r>
              <a:t>n = 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137160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310896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347472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145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574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003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57600" y="2743200"/>
            <a:ext cx="109728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06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p × 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30861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34290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37719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2336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8912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0" y="2743200"/>
            <a:ext cx="109728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108960"/>
            <a:ext cx="1097279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0" y="3474720"/>
            <a:ext cx="1097279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6656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3232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/>
            </a:pPr>
            <a: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/>
            </a:pPr>
            <a:r>
              <a:t>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i="1">
                <a:solidFill>
                  <a:srgbClr val="4F81BD"/>
                </a:solidFill>
              </a:defRPr>
            </a:pPr>
            <a:r>
              <a:t>要使矩阵乘法 AB 存在，矩阵 A 的列数必须等于矩阵 B 的行数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证明：条件二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</a:defRPr>
            </a:pPr>
            <a:r>
              <a:t>• 乘积 BA 存在  ⟹  B 的列数 q 与 A 的行数 m 相等，故有</a:t>
            </a:r>
          </a:p>
          <a:p>
            <a:pPr algn="ctr">
              <a:defRPr sz="3600" b="1">
                <a:solidFill>
                  <a:srgbClr val="4F81BD"/>
                </a:solidFill>
              </a:defRPr>
            </a:pPr>
            <a:r>
              <a:t>q = 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109728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p × q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30861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34290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37719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3736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57600" y="2743200"/>
            <a:ext cx="137160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31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310896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347472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005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434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863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n × 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30861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0" y="34290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00800" y="37719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437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866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295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2608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/>
            </a:pPr>
            <a: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/>
            </a:pPr>
            <a: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i="1">
                <a:solidFill>
                  <a:srgbClr val="4F81BD"/>
                </a:solidFill>
              </a:defRPr>
            </a:pPr>
            <a:r>
              <a:t>要使矩阵乘法 BA 存在，矩阵 B 的列数必须等于矩阵 A 的行数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证明：矩阵维度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</a:defRPr>
            </a:pPr>
            <a:r>
              <a:t>因此可以将 A 写作 m × n，B 写作 n × m。于是：</a:t>
            </a:r>
          </a:p>
          <a:p>
            <a:pPr algn="ctr">
              <a:spcAft>
                <a:spcPts val="1200"/>
              </a:spcAft>
              <a:defRPr sz="3200">
                <a:solidFill>
                  <a:srgbClr val="4F81BD"/>
                </a:solidFill>
              </a:defRPr>
            </a:pPr>
            <a:r>
              <a:t>AB 是 m × m 阶矩阵</a:t>
            </a:r>
          </a:p>
          <a:p>
            <a:pPr algn="ctr">
              <a:defRPr sz="3200">
                <a:solidFill>
                  <a:srgbClr val="4F81BD"/>
                </a:solidFill>
              </a:defRPr>
            </a:pPr>
            <a:r>
              <a:t>BA 是 n × n 阶矩阵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10896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347472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573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002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4310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00400" y="2743200"/>
            <a:ext cx="109728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06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p × 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30861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0" y="34290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00400" y="377190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3192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0" y="2743200"/>
            <a:ext cx="109728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931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310896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0" y="3474720"/>
            <a:ext cx="109728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5216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17920" y="2743200"/>
            <a:ext cx="0" cy="109728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3152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n × 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0" y="30861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15200" y="34290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15200" y="37719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581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010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439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证明：结论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00000"/>
                </a:solidFill>
              </a:defRPr>
            </a:pPr>
            <a:r>
              <a:t>现又给定 AB = BA。若两矩阵相等，则它们在维度上也必须相同；</a:t>
            </a:r>
          </a:p>
          <a:p>
            <a:pPr>
              <a:spcAft>
                <a:spcPts val="2400"/>
              </a:spcAft>
              <a:defRPr sz="2800">
                <a:solidFill>
                  <a:srgbClr val="000000"/>
                </a:solidFill>
              </a:defRPr>
            </a:pPr>
            <a:r>
              <a:t>于是从 AB 的大小为 m × m，BA 的大小为 n × n，得到</a:t>
            </a:r>
          </a:p>
          <a:p>
            <a:pPr algn="ctr">
              <a:defRPr sz="4000" b="1">
                <a:solidFill>
                  <a:srgbClr val="4F81BD"/>
                </a:solidFill>
              </a:defRPr>
            </a:pPr>
            <a:r>
              <a:t>m = 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32004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6576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436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n × 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2004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36576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434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/>
            </a:pPr>
            <a:r>
              <a:t>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证明完成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ctr">
              <a:defRPr sz="3200" b="1">
                <a:solidFill>
                  <a:srgbClr val="4F81BD"/>
                </a:solidFill>
              </a:defRPr>
            </a:pPr>
            <a:r>
              <a:t>由此可知，A 与 B 实际上都是 n × n 阶方阵，且它们的阶数相同。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m × 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32004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6576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43600" y="2743200"/>
            <a:ext cx="1371600" cy="1371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1F497D"/>
                </a:solidFill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i="1">
                <a:solidFill>
                  <a:srgbClr val="4F81BD"/>
                </a:solidFill>
              </a:defRPr>
            </a:pPr>
            <a:r>
              <a:t>p × q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2004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3657600"/>
            <a:ext cx="1371600" cy="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2743200"/>
            <a:ext cx="0" cy="1371600"/>
          </a:xfrm>
          <a:prstGeom prst="line">
            <a:avLst/>
          </a:prstGeom>
          <a:ln w="127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800" y="4389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4F81BD"/>
                </a:solidFill>
              </a:defRPr>
            </a:pPr>
            <a:r>
              <a:t>n × n 阶方阵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389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solidFill>
                  <a:srgbClr val="4F81BD"/>
                </a:solidFill>
              </a:defRPr>
            </a:pPr>
            <a:r>
              <a:t>n × n 阶方阵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