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\titlepage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二次曲面的一般方程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在三维直角坐标系 $(x,y,z)$ 中,二次曲面的一般方程可以表示为: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$F(x,y,z)=a_{11}x^{2}+a_{22}y^{2}+a_{33}z^{2}+2a_{12}xy+2a_{23}yz+2a_{13}xz$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$+2a_{14}x+2a_{24}y+2a_{34}z+a_{44}=0$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其中 $a_{11},a_{22},a_{33},a_{12},a_{13},a_{23}$ 不全为零。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\note{注:本演示将基于此代数方程形式进行推导和分析.}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二次曲面中心的定义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若点 $P_{0}(x_{0},y_{0},z_{0})$ 满足以下条件:任何穿过 $P_{0}$ 并与二次曲面相交于两点 $P_{1}$, $P_{2}$ 的直线(或在 $P_{0}$ 点与曲面相切), $P_{0}$ 都是弦 $P_{1}P_{2}$ (或切点 $P_{0}$ 本身) 的中点,则称 $P_{0}$ 为二次曲面的中心.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\vspace{1cm}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本节我们将详细推导中心坐标的方程.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推导中心坐标方程: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设二次曲面方程为 $F(x,y,z)=0$, 其具体表达式已在前文给出.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设中心点 $P_{0}$ 的坐标为 $(x_{0},y_{0},z_{0})$。考虑一条通过 $P_{0}$ 的直线, 其方向向量为 $v=(X,Y,Z)$ (其中 $X, Y, Z$ 不全为零)。该直线的参数方程为: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 = x_{0} + X t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y = y_{0} + Y t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z = z_{0} + Z 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将直线方程代入二次曲面方程 $F(x,y,z)=0$ 经整理后, 会得到一个关于 $t$ 的二次方程: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\tiny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 t^{2} + 2[ X F_{1}(x_{0},y_{0},z_{0}) + Y F_{2}(x_{0},y_{0},z_{0}) + Z F_{3}(x_{0},y_{0},z_{0}) ] t + F(x_{0},y_{0},z_{0}) = 0$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承接上一页, 关于 $t$ 的二次方程为: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\phi(X,Y,Z) t^{2} + 2[ X F_{1}(P_{0}) + Y F_{2}(P_{0}) + Z F_{3}(P_{0}) ] t + F(P_{0}) 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其中, $\phi(X,Y,Z)$ 是 $F(x_{0} + X t, y_{0} + Y t, z_{0} + Z t)$ 中 $t^{2}$ 的系数: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\phi(X,Y,Z) = a_{11}X^{2} + a_{22}Y^{2} + a_{33}Z^{2} + 2a_{12}XY + 2a_{23}YZ + 2a_{13}XZ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$F_{1}, F_{2}, F_{3}$ 是 $F(x,y,z)$ 关于 $x, y, z$ 的偏导数 (此处在 $P_{0}$ 点取值):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 F_{1}(x,y,z) &amp;= a_{11} x + a_{12} y + a_{13} z + a_{14}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 F_{2}(x,y,z) &amp;= a_{12} x + a_{22} y + a_{23} z + a_{24}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\frac{1}{2} F_{3}(x,y,z) &amp;= a_{13} x + a_{23} y + a_{33} z + a_{34}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(为方便后续书写, 有时用 $\tfrac{1}{2} F_{i}$ 表示方程组的左侧部分)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回顾关于 $t$ 的二次方程: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\phi t^{2} + 2[ X F_{1} + Y F_{2} + Z F_{3} ] t + F(x_{0},y_{0},z_{0}) 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(为简洁, $\phi = \phi(X,Y,Z)$, $F_{i} = F_{i}(x_{0},y_{0},z_{0})$)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若 $P_{0}(x_{0},y_{0},z_{0})$ 是中心, 则它是交点弦的中点, 这意味着对应参数 $t_{1}, t_{2}$ 满足 $t_{1} + t_{2} = 0$ (除非 $P_{0}$ 是切点, $t_{1} = t_{2} = 0$)。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根据韦达定理, 根的和为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t_{1} + t_{2} = - \frac{2[ X F_{1} + Y F_{2} + Z F_{3} ]}{ \phi(X,Y,Z) 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因此, 要使 $t_{1} + t_{2} = 0$ (假设 $\phi(X,Y,Z) \neq 0$, 即直线方向不是渐近方向), $t$ 的一次项系数必须为零: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 F_{1}(x_{0},y_{0},z_{0}) + Y F_{2}(x_{0},y_{0},z_{0}) + Z F_{3}(x_{0},y_{0},z_{0}) 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由于此式对任意方向向量 $(X,Y,Z)$ 成立, 所以必须有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F_{1}(x_{0},y_{0},z_{0}) = 0, \quad F_{2}(x_{0},y_{0},z_{0}) = 0, \quad F_{3}(x_{0},y_{0},z_{0}) 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展开偏导数条件得到线性方程组: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 a_{11} x_{0} + 2 a_{12} y_{0} + 2 a_{13} z_{0} + 2 a_{14} &amp;= 0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 a_{12} x_{0} + 2 a_{22} y_{0} + 2 a_{23} z_{0} + 2 a_{24} &amp;= 0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 a_{13} x_{0} + 2 a_{23} y_{0} + 2 a_{33} z_{0} + 2 a_{34} &amp;=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通常写作更简洁形式: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a_{11} x_{0} + a_{12} y_{0} + a_{13} z_{0} = - a_{14}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 x_{0} + a_{22} y_{0} + a_{23} z_{0} = - a_{24}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 x_{0} + a_{23} y_{0} + a_{33} z_{0} = - a_{34}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中心的分类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解线性方程组 $E_{0} x_{0} = k$ 的情况：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 $\det(E_{0}) \neq 0$，方程组有唯一解 → 有心二次曲面（如椭球面、双曲面）。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 $\det(E_{0}) = 0$ 且相容，则有无穷多解 → 中心线 / 中心面（如椭圆柱面）。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若 $\det(E_{0}) = 0$ 且不相容，则无解 → 无心二次曲面（如抛物面）。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径面的定义与方程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考虑方向向量 $d=(X,Y,Z)$ 的平行弦族，中点轨迹满足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 F_{1}(x,y,z) + Y F_{2}(x,y,z) + Z F_{3}(x,y,z) 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展开即得径面方程（线性）：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 a_{11} x + 2 a_{12} y + 2 a_{13} z + 2 a_{14}) +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Y(2 a_{12} x + 2 a_{22} y + 2 a_{23} z + 2 a_{24}) + 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Z(2 a_{13} x + 2 a_{23} y + 2 a_{33} z + 2 a_{34}) =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