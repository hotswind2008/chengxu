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二次曲面的中心与径面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Quadric Surfaces: Centers &amp; Diametral Planes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什么是二次曲面？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一般方程：Ax² + By² + Cz² + Dxy + Exz + Fyz + Gx + Hy + Iz + J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在三维欧氏空间中，二次曲面共有 6 个典型形态：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• 椭球面、单叶双曲面、双叶双曲面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• 椭圆抛物面、双曲抛物面、圆锥面 (退化)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中心 (Center)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中心是使曲面对称的唯一点 O(x₀, y₀, z₀)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若 (x, y, z) 在曲面上 ⇒ (2x₀-x, 2y₀-y, 2z₀-z) 也在曲面上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具有中心的曲面被称为 "中心二次曲面"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是否存在中心？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具有中心：椭球面、单叶/双叶双曲面、二次圆锥面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无中心：椭圆抛物面、双曲抛物面、抛物柱面等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判定方法：检查一阶项，若可通过平移全部消除 → 有中心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中心坐标公式的推导 (无矩阵)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一般方程：Ax² + By² + Cz² + Dxy + Exz + Fyz + Gx + Hy + Iz + J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设中心为 O(x₀, y₀, z₀)，作平移：x = X + x₀, y = Y + y₀, z = Z + z₀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将平移代入原式并展开，可将方程写成二次项 + 一次项 + 常数项的形式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要使 O 成为中心，须令一次项系数全为 0，于是得到：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2A·x₀ + D·y₀ + E·z₀ + G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D·x₀ + 2B·y₀ + F·z₀ + H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E·x₀ + F·y₀ + 2C·z₀ + I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解上列三元一次方程组，即得中心坐标 (x₀, y₀, z₀)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径面 (Diametral Plane)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过中心 O 的平面 π，满足 π 内所有直线与曲面相交的两点关于 O 成对称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给定方向向量 d，曲面内与 d 平行的弦的中点都在 O ⇒ d 属于 "径向"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所有与 d 正交的平面通过 O 构成径面族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径面的解析条件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对中心二次曲面 xᵀA x = 1 (设中心在原点)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向量 d 为径向 ⇔ dᵀA d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对应的径面方程： (A d)ᵀ x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若 A 正定 (椭球面) ⇒ 无实径向、无径面 (只存在虚径面)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例 1：椭球面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方程：x²/a² + y²/b² + z²/c² = 1，中心 O(0,0,0)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 = diag(1/a², 1/b², 1/c²) 正定 → dᵀA d = 0 仅有零解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因此椭球面无实径面；所有过中心的平面截得封闭曲线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例 2：单叶双曲面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方程：x²/a² + y²/b² − z²/c² = 1，中心 O(0,0,0)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A = diag(1/a², 1/b², −1/c²) 含异号 → 存在实向量 d 使 dᵀA d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如 d = (a, 0, a) ⇒ 对应径面：x − z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径面与曲面相交为一对相交直线 (母线)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小结与练习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• 判断给定二次曲面是否有中心，并求其坐标；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若存在中心，写出所有径面的方程；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思考：双曲抛物面为何既无中心又无径面？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004684"/>
                </a:solidFill>
              </a:defRPr>
            </a:pPr>
            <a:r>
              <a:t>推导过程详细展开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步骤 1：原方程  Ax² + By² + Cz² + Dxy + Exz + Fyz + Gx + Hy + Iz + J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步骤 2：作平移  x = X + x₀,  y = Y + y₀,  z = Z + z₀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步骤 3：代入并展开，只保留一次项 (X, Y, Z)：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X·[2A x₀ + D y₀ + E z₀ + G]  +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Y·[D x₀ + 2B y₀ + F z₀ + H]  +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Z·[E x₀ + F y₀ + 2C z₀ + I]  +  …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步骤 4：令一次项系数为 0，可得三式：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2A x₀ + D y₀ + E z₀ + G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D x₀ + 2B y₀ + F z₀ + H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      E x₀ + F y₀ + 2C z₀ + I = 0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步骤 5：解上述三元一次方程组，得中心坐标 (x₀, y₀, z₀)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