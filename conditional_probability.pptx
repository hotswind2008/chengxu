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条件概率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t>Conditional Probability</a:t>
            </a:r>
          </a:p>
          <a:p>
            <a:r>
              <a:t>概率论与数理统计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引入：什么是条件概率？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生活中的问题：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已知某人检测呈阳性，他真正患病的概率是多少？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已知今天下雨，明天继续下雨的概率是多少？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已知抽到红球，下一次抽到红球的概率是多少？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这些都是在「已知某一事件发生」的条件下，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求另一事件发生的概率问题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这就是条件概率的核心思想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条件概率的定义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C0000"/>
                </a:solidFill>
              </a:defRPr>
            </a:pPr>
            <a:r>
              <a:t>P(A|B) = P(A∩B) / P(B)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• P(A|B) 读作：在事件B发生的条件下，事件A发生的概率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• 其中：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  - P(A∩B) 表示事件A和B同时发生的概率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  - P(B) &gt; 0 表示事件B发生的概率（前提条件）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• 直观理解：将样本空间缩小到B，然后在B中求A发生的概率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条件概率的性质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对于固定的事件B (P(B) &gt; 0)，P(·|B)满足概率的所有性质：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1. 非负性：P(A|B) ≥ 0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CC0000"/>
                </a:solidFill>
              </a:defRPr>
            </a:pPr>
            <a:r>
              <a:t>2. 规范性：P(Ω|B) = 1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3. 可加性：若A₁, A₂, ..., Aₙ互不相容，则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CC0000"/>
                </a:solidFill>
              </a:defRPr>
            </a:pPr>
            <a:r>
              <a:t>   P(A₁∪A₂∪...∪Aₙ|B) = P(A₁|B) + P(A₂|B) + ... + P(Aₙ|B)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条件概率本质上也是概率，只是样本空间变小了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乘法公式（Multiplication Rule）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C0000"/>
                </a:solidFill>
              </a:defRPr>
            </a:pPr>
            <a:r>
              <a:t>P(A∩B) = P(B) · P(A|B) = P(A) · P(B|A)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由条件概率的定义直接得出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• 推广形式（链式法则）：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  P(A₁∩A₂∩...∩Aₙ) = P(A₁)·P(A₂|A₁)·P(A₃|A₁∩A₂)·...·P(Aₙ|A₁∩...∩Aₙ₋₁)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• 应用：计算多个事件同时发生的概率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33"/>
                </a:solidFill>
              </a:defRPr>
            </a:pPr>
            <a:r>
              <a:t>例题1：不放回抽球问题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solidFill>
            <a:srgbClr val="FFFACD"/>
          </a:solidFill>
          <a:ln w="19050">
            <a:solidFill>
              <a:srgbClr val="006633"/>
            </a:solidFill>
          </a:ln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问题：袋中有5个红球和3个白球，不放回地依次抽取2个球。</a:t>
            </a:r>
          </a:p>
          <a:p>
            <a:r>
              <a:t>求第一次抽到红球的条件下，第二次也抽到红球的概率。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06633"/>
                </a:solidFill>
              </a:defRPr>
            </a:pPr>
            <a:r>
              <a:t>解：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设 A = {第一次抽到红球}，B = {第二次抽到红球}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P(A) = 5/8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在第一次抽到红球后，袋中剩余：4个红球，3个白球（共7个）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P(B|A) = 4/7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06633"/>
                </a:solidFill>
              </a:defRPr>
            </a:pPr>
            <a:r>
              <a:t>答案：第二次也抽到红球的概率为 4/7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全概率公式（Law of Total Probability）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C0000"/>
                </a:solidFill>
              </a:defRPr>
            </a:pPr>
            <a:r>
              <a:t>P(A) = Σ P(Bᵢ) · P(A|Bᵢ)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设 B₁, B₂, ..., Bₙ 是样本空间的一个划分（互不相容且并集为全集）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则对任意事件A：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  P(A) = P(B₁)·P(A|B₁) + P(B₂)·P(A|B₂) + ... + P(Bₙ)·P(A|Bₙ)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• 意义：通过「分解」来计算复杂事件的概率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• 应用：将复杂问题分解为若干简单情况的组合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33"/>
                </a:solidFill>
              </a:defRPr>
            </a:pPr>
            <a:r>
              <a:t>例题2：产品质量检验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solidFill>
            <a:srgbClr val="FFFACD"/>
          </a:solidFill>
          <a:ln w="19050">
            <a:solidFill>
              <a:srgbClr val="006633"/>
            </a:solidFill>
          </a:ln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问题：三个工厂A、B、C生产同一产品，产量占比为30%、45%、25%，</a:t>
            </a:r>
          </a:p>
          <a:p>
            <a:r>
              <a:t>次品率分别为2%、3%、4%。随机抽取一件产品，求它是次品的概率。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06633"/>
                </a:solidFill>
              </a:defRPr>
            </a:pPr>
            <a:r>
              <a:t>解：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设 D = {抽到次品}，A₁={来自工厂A}，A₂={来自工厂B}，A₃={来自工厂C}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已知：P(A₁)=0.30, P(A₂)=0.45, P(A₃)=0.25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   P(D|A₁)=0.02, P(D|A₂)=0.03, P(D|A₃)=0.04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由全概率公式：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P(D) = P(A₁)·P(D|A₁) + P(A₂)·P(D|A₂) + P(A₃)·P(D|A₃)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  = 0.30×0.02 + 0.45×0.03 + 0.25×0.04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  = 0.006 + 0.0135 + 0.010 = 0.0295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06633"/>
                </a:solidFill>
              </a:defRPr>
            </a:pPr>
            <a:r>
              <a:t>答案：抽到次品的概率约为 2.95%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贝叶斯公式（Bayes' Theorem）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C0000"/>
                </a:solidFill>
              </a:defRPr>
            </a:pPr>
            <a:r>
              <a:t>P(Bᵢ|A) = P(Bᵢ)·P(A|Bᵢ) / Σ P(Bⱼ)·P(A|Bⱼ)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在全概率公式的基础上，可以推导出贝叶斯公式：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  P(Bᵢ|A) = P(Bᵢ∩A) / P(A) = P(Bᵢ)·P(A|Bᵢ) / P(A)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• P(Bᵢ) 称为先验概率（prior probability）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• P(Bᵢ|A) 称为后验概率（posterior probability）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• 意义：已知结果A发生，反推原因Bᵢ的概率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/>
            </a:pPr>
            <a:r>
              <a:t>• 应用：医学诊断、机器学习、风险评估等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33"/>
                </a:solidFill>
              </a:defRPr>
            </a:pPr>
            <a:r>
              <a:t>例题3：医学诊断问题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solidFill>
            <a:srgbClr val="FFFACD"/>
          </a:solidFill>
          <a:ln w="19050">
            <a:solidFill>
              <a:srgbClr val="006633"/>
            </a:solidFill>
          </a:ln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问题：某疾病的患病率为1%。检测该病的准确率为：患病者检测阳性</a:t>
            </a:r>
          </a:p>
          <a:p>
            <a:r>
              <a:t>概率95%，健康者检测阳性概率5%。若某人检测呈阳性，求其真正</a:t>
            </a:r>
          </a:p>
          <a:p>
            <a:r>
              <a:t>患病的概率。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06633"/>
                </a:solidFill>
              </a:defRPr>
            </a:pPr>
            <a:r>
              <a:t>解：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设 D={患病}，T={检测阳性}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已知：P(D)=0.01, P(D̄)=0.99, P(T|D)=0.95, P(T|D̄)=0.05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由贝叶斯公式：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P(D|T) = P(D)·P(T|D) / [P(D)·P(T|D) + P(D̄)·P(T|D̄)]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    = (0.01×0.95) / (0.01×0.95 + 0.99×0.05)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    = 0.0095 / (0.0095 + 0.0495)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    = 0.0095 / 0.059 ≈ 0.161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06633"/>
                </a:solidFill>
              </a:defRPr>
            </a:pPr>
            <a:r>
              <a:t>答案：检测呈阳性的人真正患病的概率约为 16.1%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（尽管检测准确率很高，但由于患病率很低，阳性结果的可信度并不高）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事件的独立性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CC0000"/>
                </a:solidFill>
              </a:defRPr>
            </a:pPr>
            <a:r>
              <a:t>• 定义：若 P(A∩B) = P(A)·P(B)，则称事件A与B相互独立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等价条件（当P(B)&gt;0时）：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CC0000"/>
                </a:solidFill>
              </a:defRPr>
            </a:pPr>
            <a:r>
              <a:t>  - P(A|B) = P(A)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即：B的发生不影响A的概率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独立性的直观理解：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两个事件互不影响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一个事件的发生不改变另一个事件的概率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例子：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独立：连续两次抛硬币的结果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不独立：不放回抽球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条件概率 vs 独立性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条件概率适用于「相关」的事件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一个事件的发生会影响另一个事件的概率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P(A|B) ≠ P(A)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独立性是特殊情况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CC0000"/>
                </a:solidFill>
              </a:defRPr>
            </a:pPr>
            <a:r>
              <a:t>  - 若A、B独立，则 P(A|B) = P(A)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此时条件概率退化为无条件概率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实际问题中：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大多数事件是相关的（需要用条件概率）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少数事件是独立的（可以简化计算）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判断独立性的关键：分析事件之间的因果关系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33"/>
                </a:solidFill>
              </a:defRPr>
            </a:pPr>
            <a:r>
              <a:t>综合例题：三门问题（Monty Hall Problem）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solidFill>
            <a:srgbClr val="FFFACD"/>
          </a:solidFill>
          <a:ln w="19050">
            <a:solidFill>
              <a:srgbClr val="006633"/>
            </a:solidFill>
          </a:ln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问题：游戏节目中有3扇门，其中1扇门后是汽车，2扇门后是山羊。</a:t>
            </a:r>
          </a:p>
          <a:p>
            <a:r>
              <a:t>你选择一扇门后，主持人打开另一扇有山羊的门。此时你是否应该</a:t>
            </a:r>
          </a:p>
          <a:p>
            <a:r>
              <a:t>换门？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06633"/>
                </a:solidFill>
              </a:defRPr>
            </a:pPr>
            <a:r>
              <a:t>解：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策略1：坚持原选择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- 初始选中汽车的概率：P(坚持赢) = 1/3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策略2：换门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- 初始选错的概率为2/3，此时换门必赢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- P(换门赢) = 2/3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条件概率分析：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设A={初始选中汽车}，H={主持人打开的门}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P(A|H) = P(A)·P(H|A) / P(H) = (1/3)·1 / 1 = 1/3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P(Ā|H) = 1 - 1/3 = 2/3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06633"/>
                </a:solidFill>
              </a:defRPr>
            </a:pPr>
            <a:r>
              <a:t>答案：应该换门，换门的获胜概率是坚持的两倍！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重要公式总结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1. 条件概率定义：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CC0000"/>
                </a:solidFill>
              </a:defRPr>
            </a:pPr>
            <a:r>
              <a:t>   P(A|B) = P(A∩B) / P(B)  (P(B) &gt; 0)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2. 乘法公式：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CC0000"/>
                </a:solidFill>
              </a:defRPr>
            </a:pPr>
            <a:r>
              <a:t>   P(A∩B) = P(A)·P(B|A) = P(B)·P(A|B)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3. 全概率公式：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CC0000"/>
                </a:solidFill>
              </a:defRPr>
            </a:pPr>
            <a:r>
              <a:t>   P(A) = Σ P(Bᵢ)·P(A|Bᵢ)  （B₁,...,Bₙ为样本空间的划分）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4. 贝叶斯公式：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CC0000"/>
                </a:solidFill>
              </a:defRPr>
            </a:pPr>
            <a:r>
              <a:t>   P(Bᵢ|A) = P(Bᵢ)·P(A|Bᵢ) / Σ P(Bⱼ)·P(A|Bⱼ)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5. 独立性：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CC0000"/>
                </a:solidFill>
              </a:defRPr>
            </a:pPr>
            <a:r>
              <a:t>   P(A∩B) = P(A)·P(B) ⟺ P(A|B) = P(A)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条件概率的应用领域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医学诊断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根据症状推断疾病概率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根据检测结果判断患病可能性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机器学习与人工智能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朴素贝叶斯分类器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贝叶斯网络、隐马尔可夫模型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金融风险评估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信用评分、违约概率预测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信息检索与推荐系统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垃圾邮件过滤、个性化推荐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质量控制与可靠性工程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课程总结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条件概率是概率论的核心概念之一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关键思想：在「已知条件」下重新计算概率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核心公式：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条件概率、乘法公式、全概率公式、贝叶斯公式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应用广泛：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从日常生活到高科技领域都有重要应用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学习方法：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理解概念的直观意义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熟练掌握公式推导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  - 多做习题，培养建模能力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谢谢！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t>Questions &amp; Discussion</a:t>
            </a:r>
          </a:p>
          <a:p/>
          <a:p>
            <a:r>
              <a:t>条件概率课程结束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