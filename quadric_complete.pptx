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\titlepage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二次曲面的一般方程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在三维直角坐标系 $(x,y,z)$ 中,二次曲面的一般方程可以表示为: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$F(x,y,z)=a_{11}x^{2}+a_{22}y^{2}+a_{33}z^{2}+2a_{12}xy+2a_{23}yz+2a_{13}xz$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$+2a_{14}x+2a_{24}y+2a_{34}z+a_{44}=0$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其中 $a_{11},a_{22},a_{33},a_{12},a_{13},a_{23}$ 不全为零。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\note{注:本演示将基于此代数方程形式进行推导和分析。}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二次曲面中心的定义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若点 $P_{0}(x_{0},y_{0},z_{0})$ 满足以下条件:任何穿过 $P_{0}$ 并与二次曲面相交于两点 $P_{1}$, $P_{2}$ 的直线(或在 $P_{0}$ 点与曲面相切), $P_{0}$ 都是弦 $P_{1}P_{2}$(或切点 $P_{0}$ 本身)的中点,则称 $P_{0}$ 为二次曲面的中心。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本节我们将详细推导中心坐标的方程。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推导中心坐标方程: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设二次曲面方程为 $F(x,y,z)=0$,其具体表达式已在前文给出。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设中心点 $P_{0}$ 的坐标为 $(x_{0},y_{0},z_{0})$。 考虑一条通过 $P_{0}$ 的直线,其方向向量为 $v=(X,Y,Z)$ (其中 X, Y, Z不全为零)。 该直线的参数方程为: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将直线方程代入二次曲面方程 $F(x,y,z)=0$ 经整理后,会得到一个关于t的二次方程: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\tiny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$\phi(X,Y,Z)t^{2}+2[XF_{1}(x_{0},y_{0},z_{0})+YF_{2}(x_{0},y_{0},z_{0})+ZF_{3}(x_{0},y_{0},z_{0})]t+F(x_{0},y_{0},z_{0})=0$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中心坐标方程推导(二):方程各项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承接上一页,关于t的二次方程为: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$\phi(X,Y,Z)t^{2}+2[XF_{1}(P_{0})+YF_{2}(P_{0})+ZF_{3}(P_{0})]t+F(P_{0})=0$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其中, $\phi(X,Y,Z)$ 是 $F(x_{0}+Xt,y_{0}+Yt,z_{0}+Zt)$ 中 $t^{2}$ 的系数: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$\phi(X,Y,Z)=a_{11}X^{2}+a_{22}Y^{2}+a_{33}Z^{2}+2a_{12}XY+2a_{23}YZ+2a_{13}XZ$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中心坐标方程推导(二):方程各项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$F_{1},F_{2},F_{3}$ 是 $F(x,y,z)$ 关于 $x,y,z$ 的偏导数(此处在 $P_{0}$ 点取值):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\frac{1}{2}F_{1}(x,y,z)\equiv\frac{1}{2}\frac{\partial F}{\partial x} &amp;= a_{11}x+a_{12}y+a_{13}z+a_{14}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\frac{1}{2}F_{2}(x,y,z)\equiv\frac{1}{2}\frac{\partial F}{\partial y} &amp;= a_{12}x+a_{22}y+a_{23}z+a_{24}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\frac{1}{2}F_{3}(x,y,z)\equiv\frac{1}{2}\frac{\partial F}{\partial z} &amp;= a_{13}x+a_{23}y+a_{33}z+a_{34}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(为方便后续书写,有时用 $\frac{1}{2}F_{i}$ 表示方程组的左侧部分)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 $P_{0}(x_{0},y_{0},z_{0})$ 处):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 t^{2}+2[XF_{1}+YF_{2}+ZF_{3}]t+F(x_{0},y_{0},z_{0})=0$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(为简洁, $\phi=\phi(X,Y,Z)$, $F_{i}=F_{i}(x_{0},y_{0},z_{0}))$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 $P_{0}(x_{0},y_{0},z_{0})$ 是中心,则它是交点弦的中点。 这意味着对应于交点的值t1, t2 满足 $t_{1}+t_{2}=0$(除非 $P_{0}$ 是切点, $t_{1}=t_{2}=0)$。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 $P_{0}(x_{0},y_{0},z_{0})$ 处):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 t^{2}+2[XF_{1}+YF_{2}+ZF_{3}]t+F(x_{0},y_{0},z_{0})=0$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 $P_{0}(x_{0},y_{0},z_{0})$ 是中心,则它是交点弦的中点。 这意味着对应于交点的值t1, t2 满足 $t_{1}+t_{2}=0$(除非 $P_{0}$ 是切点, $t_{1}=t_{2}=0)$。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根据韦达定理,根的和为 $t_{1}+t_{2}=-\frac{2[XF_{1}+YF_{2}+ZF_{3}]}{\phi(X,Y,Z)}$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 $P_{0}(x_{0},y_{0},z_{0})$ 处):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 t^{2}+2[XF_{1}+YF_{2}+ZF_{3}]t+F(x_{0},y_{0},z_{0})=0$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根据韦达定理,根的和为 $t_{1}+t_{2}=-\frac{2[XF_{1}+YF_{2}+ZF_{3}]}{\phi(X,Y,Z)}$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因此,要使 $t_{1}+t_{2}=0$(假设 $\phi(X,Y,Z)\ne0,$ 即直线不与曲面在此方向上具有渐进性质),t的一次项系数必须为零: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$XF_{1}(x_{0},y_{0},z_{0})+YF_{2}(x_{0},y_{0},z_{0})+ZF_{3}(x_{0},y_{0},z_{0})=0$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要使 $t_{1}+t_{2}=0$, t的一次项系数必须为零: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$XF_{1}(x_{0},y_{0},z_{0})+YF_{2}(x_{0},y_{0},z_{0})+ZF_{3}(x_{0},y_{0},z_{0})=0$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由于此式对任意方向向量 $(X,Y,Z)$ 均成立,所以X, Y, Z的系数必须同时为零: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条件 $F_{1}(x_{0},y_{0},z_{0})=0,$ F2(xo, yo, zo) = 0, $F_{3}(x_{0},y_{0},z_{0})=0$ 展开即为: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2a_{11}x_{0}+2a_{12}y_{0}+2a_{13}z_{0}+2a_{14} &amp;= 0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2a_{12}x_{0}+2a_{22}y_{0}+2a_{23}z_{0}+2a_{24} &amp;= 0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2a_{13}x_{0}+2a_{23}y_{0}+2a_{33}z_{0}+2a_{34} &amp;=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这个线性方程组确定了二次曲面的中心 $(x_{0},y_{0},z_{0})$。 通常写为更简洁的形式: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a_{11}x_{0}+a_{12}y_{0}+a_{13}z_{0}=-a_{14}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a_{12}x_{0}+a_{22}y_{0}+a_{23}z_{0}=-a_{24}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a_{13}x_{0}+a_{23}y_{0}+a_{33}z_{0}=-a_{34}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中心的分类:方程组回顾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中心坐标 $(x_{0},y_{0},z_{0})$ 由以下线性方程组确定: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a_{11}x_{0}+a_{12}y_{0}+a_{13}z_{0}=-a_{14}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a_{12}x_{0}+a_{22}y_{0}+a_{23}z_{0}=-a_{24}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a_{13}x_{0}+a_{23}y_{0}+a_{33}z_{0}=-a_{34}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令 $E_{0}=\begin{pmatrix}a_{11}&amp;a_{12}&amp;a_{13} a_{12}&amp;a_{22}&amp;a_{23} a_{13}&amp;a_{23}&amp;a_{33}\end{pmatrix}$ 为系数矩阵, 令 $k=\begin{pmatrix}-a_{14} -a_{24} -a_{34}\end{pmatrix}$ 为常数项列向量。 方程组为 $E_{0}x_{0}=k$。 解的情况取决于行列式 $det(E_{0})$ 以及增广矩阵 $[E_{0}|k]$ 的秩。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中心的分类:有唯一中心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情况1:有唯一中心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当系数矩阵的行列式 $det(E_{0})\ne0$ 时,方程组有唯一解 $(x_{0},y_{0},z_{0})$。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这种曲面称为有心二次曲面。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例如:椭球面、双曲面。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\caption{如:椭球面}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中心的分类:有无穷多中心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 2:有无穷多中心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当 $det(E_{0})=0$ 且方程组相容(即 $rank(E_{0})=rank([E_{0}|k])&lt;3)$ 时,方程组有无穷多解。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这些解构成一条直线(若秩为2,中心线)或一个平面(若秩为1,中心面)。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例如:椭圆柱面(中心线),两个平行平面(中心面)。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\caption{如:椭圆柱面}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中心的分类:无中心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情况3:无中心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当 $det(E_{0})=0$ 且方程组不相容(即 $rank(E_{0})\ne rank([E_{0}|k]))$ 时,方程组无解。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这种曲面称为无心二次曲面。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例如:抛物面、抛物柱面。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\caption{如:抛物面}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二次曲面径面的定义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\item 径面是与二次曲面的一组平行弦的几何轨迹相关联的平面。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具体来说,共轭于给定方向的平面:它平行地切过所有平行于该方向的弦的中点。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径面也是曲面的一个对称面(当弦方向为特定方向时)。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\caption{弦方向d, 径面(中点轨迹)}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 $F(x,y,z)=0$。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 $F(x,y,z)=0$。 设有一族平行弦,其共同方向向量为 $d=(X,Y,Z)$ (其中X, Y, Z不全为零)。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 $F(x,y,z)=0$。 设有一族平行弦,其共同方向向量为 $d=(X,Y,Z)$ (其中X, Y, Z不全为零)。 设这些弦中某一条弦的中点为 $M(x_{M},y_{M},z_{M})$。 这条弦上的点(x, y, z)的参数方程为: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将此直线方程代入二次曲面方程 $F(x,y,z)=0$,得到一个关于t的二次方程(与中心推导时类似):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$\phi(X,Y,Z)t^{2}+[XF_{1}(M)+YF_{2}(M)+ZF_{3}(M)]t+F(M)=0$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(简写 $F_{i}(M)=F_{i}(x_{M},y_{M},z_{M})$ and $F(M)=F(x_{M},y_{M},z_{M}))$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上一页得到的t的二次方程为: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$\phi(X,Y,Z)t^{2}+[XF_{1}(M)+YF_{2}(M)+ZF_{3}(M)]t+F(M)=0$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上一页得到的t的二次方程为: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$\phi(X,Y,Z)t^{2}+[XF_{1}(M)+YF_{2}(M)+ZF_{3}(M)]t+F(M)=0$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若 $M(x_{M},y_{M},z_{M})$ 是弦的两个交点 $P_{1},P_{2}$ (对应参数 $t_{1},t_{2})$ 的中点,则 $t_{1}+t_{2}=0$.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 $M(x_{M},y_{M},z_{M})$ 是弦的两个交点 $P_{1},P_{2}$ (对应参数 $t_{1},t_{2})$ 的中点,则 $t_{1}+t_{2}=0$.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根据韦达定理,这意味着t的一次项系数必须为零(假设 $\phi(X,Y,Z)\ne0)$: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$XF_{1}(x_{M},y_{M},z_{M})+YF_{2}(x_{M},y_{M},z_{M})+ZF_{3}(x_{M},y_{M},z_{M})=0$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$XF_{1}(x_{M},y_{M},z_{M})+YF_{2}(x_{M},y_{M},z_{M})+ZF_{3}(x_{M},y_{M},z_{M})=0$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这里 $F_{1},F_{2},F_{3}$ 是 $F(x,y,z)$ 对 $x,y,z$ 在点 M处的偏导数。 这个方程是所有平行于方向 $d=(X,Y,Z)$ 的弦的中点 $M(x_{M},y_{M},z_{M})$ 必须满足的条件。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所有平行于方向 $d=(X,Y,Z)$ 的弦的中点 $(x_{M},y_{M},z_{M})$ 满足: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$XF_{1}(x_{M},y_{M},z_{M})+YF_{2}(x_{M},y_{M},z_{M})+ZF_{3}(x_{M},y_{M},z_{M})=0$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所有平行于方向 $d=(X,Y,Z)$ 的弦的中点 $(x_{M},y_{M},z_{M})$ 满足: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$XF_{1}(x_{M},y_{M},z_{M})+YF_{2}(x_{M},y_{M},z_{M})+ZF_{3}(x_{M},y_{M},z_{M})=0$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将 $(x_{M},y_{M},z_{M})$ 替换为径面上任意点的通用坐标 $(x,y,z)$,并代入偏导数表达式: $F_{1}=2a_{11}x+2a_{12}y+2a_{13}z+2a_{14}$, etc.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得到径面方程: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X(2a_{11}x+2a_{12}y+2a_{13}z+2a_{14})&amp;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+Y(2a_{12}x+2a_{22}y+2a_{23}z+2a_{24})&amp;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+Z(2a_{13}x+2a_{23}y+2a_{33}z+2a_{34})&amp;=0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X(2a_{11}x+2a_{12}y+2a_{13}z+2a_{14})&amp;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+Y(2a_{12}x+2a_{22}y+2a_{23}z+2a_{24})&amp;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+Z(2a_{13}x+2a_{23}y+2a_{33}z+2a_{34})&amp;=0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这是一个关于 $x,y,z$ 的线性方程,因此代表一个平面。 此平面称为与方向 $d=(X,Y,Z)$ 共轭的径面。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\item 与中心的关系:如果二次曲面有中心 $(x_{0},y_{0},z_{0})$,则该中心满足 $F_{1}(x_{0},y_{0},z_{0})=0$, $F_{2}(x_{0},y_{0},z_{0})=0$ $F_{3}(x_{0},y_{0},z_{0})=0$。 将 $(x_{0},y_{0},z_{0})$ 代入径面方程 $XF_{1}+YF_{2}+ZF_{3}=0$,得到 $X\cdot0+Y\cdot0+Z\cdot0=0$, 即 $0=0$。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\item 与中心的关系: ... 因此,所有有心二次曲面的径面都通过其中心。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主径面:当弦的方向d垂直于径面时,该径面称为主径面。 主径面是二次曲面的对称平面。 弦的方向d此时是曲面的一个主方向(主轴方向)。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非中心二次曲面的径面:对于抛物面等无中心的二次曲面,其径面仍然存在。 例如,抛物面的所有径面都平行于其轴。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\caption{径面, 中心}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实例:椭球面(1)- 方程与中心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考虑椭球面方程: $\frac{x^{2}}{a^{2}}+\frac{y^{2}}{b^{2}}+\frac{z^{2}}{c^{2}}=1$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一般方程形式: $F(x,y,z)=\frac{1}{a^{2}}x^{2}+\frac{1}{b^{2}}y^{2}+\frac{1}{c^{2}}z^{2}-1=0$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对应系数: $a_{11}=\frac{1}{a^{2}}$, $a_{22}=\frac{1}{b^{2}}$ , $a_{33}=\frac{1}{c^{2}}$。 交叉项系数 $a_{12}=a_{13}=a_{23}=0$。 线性项系数 $a_{14}=a_{24}=a_{34}=0$。 常数项 $a_{44}=-1$。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求解中心 $(x_{0},y_{0},z_{0})$: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实例:椭球面(1)- 方程与中心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求解中心 $(x_{0},y_{0},z_{0})$: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因此,中心为 $(x_{0},y_{0},z_{0})=(0,0,0)$(原点)。 椭球面是有心二次曲面。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实例:椭球面(2) - 径面与图示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对于椭球面 $F(x,y,z)=\frac{x^{2}}{a^{2}}+\frac{y^{2}}{b^{2}}+\frac{z^{2}}{c^{2}}-1=0$: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偏导数: $F_{1}=\frac{\partial F}{\partial x}=\frac{2x}{a^{2}}$ $F_{2}=\frac{\partial F}{\partial y}=\frac{2y}{b^{2}}$ , $F_{3}=\frac{\partial F}{\partial z}=\frac{2z}{c^{2}}$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径面方程:对于弦方向 $d=(X,Y,Z)$,径面方程 $XF_{1}+YF_{2}+ZF_{3}=0$ 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X\frac{2x}{a^{2}}+Y\frac{2y}{b^{2}}+Z\frac{2z}{c^{2}}=0\Rightarrow\frac{Xx}{a^{2}}+\frac{Yy}{b^{2}}+\frac{Zz}{c^{2}}=0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这个平面通过椭球面的中心(0,0,0),符合预期。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实例:椭球面(2) - 径面与图示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对于弦方向 $d=(X,Y,Z)$,径面方程为: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\frac{Xx}{a^{2}}+\frac{Yy}{b^{2}}+\frac{Zz}{c^{2}}=0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这个平面通过椭球面的中心(0,0,0),符合预期。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\caption{径面(例: $x=0$ for d=(1,0,0)), 中心(0,0,0)}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实例:抛物面(1)- 方程与中心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考虑抛物面方程: $z=x^{2}+y^{2}$(旋转抛物面)。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一般方程形式: $F(x,y,z)=x^{2}+y^{2}-z=0$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对应系数: a11 = 1, a22 = 1, $a_{33}=0$. 交叉项 $a_{12}=a_{13}=a_{23}=0$.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$a_{14}=0,a_{24}=0,2a_{34}=-1\Rightarrow a_{34}=-1/2$. $a_{44}=0$。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求解中心 $(x_{0},y_{0},z_{0})$: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实例:抛物面(1)- 方程与中心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求解中心 $(x_{0},y_{0},z_{0})$: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第三个方程 $0=1/2$ 是矛盾的。 因此,方程组无解,抛物面是无心二次曲面。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 $F(x,y,z)=x^{2}+y^{2}-z=0$: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偏导数: $F_{1}=\frac{\partial F}{\partial x}=2x,$ $F_{2}=\frac{\partial F}{\partial y}=2y,$ $F_{3}=\frac{\partial F}{\partial z}=-1$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 $F(x,y,z)=x^{2}+y^{2}-z=0$: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偏导数: $F_{1}=\frac{\partial F}{\partial x}=2x,$ $F_{2}=\frac{\partial F}{\partial y}=2y,$ $F_{3}=\frac{\partial F}{\partial z}=-1$。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径面方程:对于弦方向 $d=(X,Y,Z)$,径面的一般方程为 $XF_{1}+YF_{2}+ZF_{3}=0$.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 $F(x,y,z)=x^{2}+y^{2}-z=0$: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偏导数: $F_{1}=\frac{\partial F}{\partial x}=2x,$ $F_{2}=\frac{\partial F}{\partial y}=2y,$ $F_{3}=\frac{\partial F}{\partial z}=-1$ 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径面方程:对于弦方向 $d=(X,Y,Z)$,径面的一般方程为 $XF_{1}+YF_{2}+ZF_{3}=0$。 代入偏导数得: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$X(2x)+Y(2y)+Z(-1)=0$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径面方程:对于弦方向 $d=(X,Y,Z)$,代入偏导数得: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$X(2x)+Y(2y)+Z(-1)=0$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$\Rightarrow2Xx+2Yy-Z=0$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这就是抛物面 $z=x^{2}+y^{2}$ 关于方向 $d=(X,Y,Z)$ 的径面方程。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 $2Xx+2Yy-Z=0$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 $d=(X,Y,Z)$: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若弦平行于x轴: $d=(1,0,0)$ (即 $X=1$, $Y=0$, $Z=0)$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 $2Xx+2Yy-Z=0$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 $d=(X,Y,Z)$: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若弦平行于x轴: $d=(1,0,0)$ (即 $X=1$, $Y=0$, $Z=0)$ 则径面方程为: $2(1)x+2(0)y-0=0\Rightarrow2x=0\Rightarrow x=0$. 这是 yz-平面。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 $2Xx+2Yy-Z=0$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 $d=(X,Y,Z)$: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若弦平行于x轴: $d=(1,0,0)$ ... 这是 yz-平面。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若弦平行于y轴: $d=(0,1,0)$ (即 $X=0$, $Y=1$, $Z=0)$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 $2Xx+2Yy-Z=0$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 $d=(X,Y,Z)$: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若弦平行于x轴: $d=(1,0,0)$ ... 这是 yz-平面。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若弦平行于y轴: $d=(0,1,0)$ (即 $X=0$, $Y=1$, $Z=0)$ 则径面方程为: $2(0)x+2(1)y-0=0\Rightarrow2y=0\Rightarrow y=0.$ 这是 xz-平面。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 $2Xx+2Yy-Z=0$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\vspace{0.5cm}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 $d=(X,Y,Z)$ (续):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若弦平行于z轴(抛物面的轴): $d=(0,0,1)$ (即 $X=0$, $Y=0$, $Z=1)$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 $d=(X,Y,Z)$ (续):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若弦平行于z轴(抛物面的轴): $d=(0,0,1)$(即 $X=0,Y=0,Z=1)$ 则径面方程为: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$2(0)x+2(0)y-1=0\Rightarrow-1=0$. 这是一个矛盾的等式。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实例:抛物面(4)-特定方向径面(Part II)与性质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 $d=(X,Y,Z)$ (续):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若弦平行于z轴(抛物面的轴): $d=(0,0,1)$(即 $X=0,Y=0,Z=1)$ 则径面方程为: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$2(0)x+2(0)y-1=0\Rightarrow-1=0$. 这是一个矛盾的等式。 这意味着不存在与抛物面轴方向共轭的径面。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 $d=(X,Y,Z)$ (续):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若弦平行于z轴(抛物面的轴): $d=(0,0,1)$... 这意味着不存在与抛物面轴方向共轭的径面。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一般性质:对于抛物面 $z=x^{2}+y^{2}$,其径面方程为 $2Xx+2Yy=Z$。 只要 X, Y不全为零,这个方程就代表一个平行于z轴的平面。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