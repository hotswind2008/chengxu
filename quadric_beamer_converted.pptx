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>
                <a:solidFill>
                  <a:srgbClr val="000000"/>
                </a:solidFill>
              </a:defRPr>
            </a:pPr>
            <a:r>
              <a:t>\titlepage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004684"/>
                </a:solidFill>
              </a:defRPr>
            </a:pPr>
            <a:r>
              <a:t>二次曲面的一般方程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>
                <a:solidFill>
                  <a:srgbClr val="000000"/>
                </a:solidFill>
              </a:defRPr>
            </a:pPr>
            <a:r>
              <a:t>在三维直角坐标系 $(x,y,z)$ 中,二次曲面的一般方程可以表示为:</a:t>
            </a:r>
          </a:p>
          <a:p>
            <a:pPr>
              <a:defRPr sz="2000">
                <a:solidFill>
                  <a:srgbClr val="000000"/>
                </a:solidFill>
              </a:defRPr>
            </a:pPr>
            <a:r>
              <a:t>$F(x,y,z)=a_{11}x^{2}+a_{22}y^{2}+a_{33}z^{2}+2a_{12}xy+2a_{23}yz+2a_{13}xz$</a:t>
            </a:r>
          </a:p>
          <a:p>
            <a:pPr>
              <a:defRPr sz="2000">
                <a:solidFill>
                  <a:srgbClr val="000000"/>
                </a:solidFill>
              </a:defRPr>
            </a:pPr>
            <a:r>
              <a:t>$+2a_{14}x+2a_{24}y+2a_{34}z+a_{44}=0$</a:t>
            </a:r>
          </a:p>
          <a:p>
            <a:pPr>
              <a:defRPr sz="2000">
                <a:solidFill>
                  <a:srgbClr val="000000"/>
                </a:solidFill>
              </a:defRPr>
            </a:pPr>
            <a:r>
              <a:t>其中 $a_{11},a_{22},a_{33},a_{12},a_{13},a_{23}$ 不全为零。</a:t>
            </a:r>
          </a:p>
          <a:p>
            <a:pPr>
              <a:defRPr sz="2000">
                <a:solidFill>
                  <a:srgbClr val="000000"/>
                </a:solidFill>
              </a:defRPr>
            </a:pPr>
            <a:r>
              <a:t>\note{注:本演示将基于此代数方程形式进行推导和分析.}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004684"/>
                </a:solidFill>
              </a:defRPr>
            </a:pPr>
            <a:r>
              <a:t>二次曲面中心的定义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>
                <a:solidFill>
                  <a:srgbClr val="000000"/>
                </a:solidFill>
              </a:defRPr>
            </a:pPr>
            <a:r>
              <a:t>若点 $P_{0}(x_{0},y_{0},z_{0})$ 满足以下条件:任何穿过 $P_{0}$ 并与二次曲面相交于两点 $P_{1}$, $P_{2}$ 的直线(或在 $P_{0}$ 点与曲面相切), $P_{0}$ 都是弦 $P_{1}P_{2}$(或切点 $P_{0}$ 本身)的中点,则称 $P_{0}$ 为二次曲面的中心.</a:t>
            </a:r>
          </a:p>
          <a:p>
            <a:pPr>
              <a:defRPr sz="2000">
                <a:solidFill>
                  <a:srgbClr val="000000"/>
                </a:solidFill>
              </a:defRPr>
            </a:pPr>
            <a:r>
              <a:t>本节我们将详细推导中心坐标的方程.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004684"/>
                </a:solidFill>
              </a:defRPr>
            </a:pPr>
            <a:r>
              <a:t>中心坐标方程推导(一)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>
                <a:solidFill>
                  <a:srgbClr val="000000"/>
                </a:solidFill>
              </a:defRPr>
            </a:pPr>
            <a:r>
              <a:t>推导中心坐标方程:</a:t>
            </a:r>
          </a:p>
          <a:p>
            <a:pPr>
              <a:defRPr sz="2000">
                <a:solidFill>
                  <a:srgbClr val="000000"/>
                </a:solidFill>
              </a:defRPr>
            </a:pPr>
            <a:r>
              <a:t>\item 设二次曲面方程为 $F(x,y,z)=0$,其具体表达式已在前文给出.</a:t>
            </a:r>
          </a:p>
          <a:p>
            <a:pPr>
              <a:defRPr sz="2000">
                <a:solidFill>
                  <a:srgbClr val="000000"/>
                </a:solidFill>
              </a:defRPr>
            </a:pPr>
            <a:r>
              <a:t>\item 设中心点 $P_{0}$ 的坐标为 $(x_{0},y_{0},z_{0})$. 考虑一条通过 $P_{0}$ 的直线,其方向向量为 $v=(X,Y,Z)$ (其中 X, Y, Z不全为零)。 该直线的参数方程为:</a:t>
            </a:r>
          </a:p>
          <a:p>
            <a:pPr>
              <a:defRPr sz="2000">
                <a:solidFill>
                  <a:srgbClr val="000000"/>
                </a:solidFill>
              </a:defRPr>
            </a:pPr>
            <a:r>
              <a:t>$$</a:t>
            </a:r>
          </a:p>
          <a:p>
            <a:pPr>
              <a:defRPr sz="2000">
                <a:solidFill>
                  <a:srgbClr val="000000"/>
                </a:solidFill>
              </a:defRPr>
            </a:pPr>
            <a:r>
              <a:t>$$</a:t>
            </a:r>
          </a:p>
          <a:p>
            <a:pPr>
              <a:defRPr sz="2000">
                <a:solidFill>
                  <a:srgbClr val="000000"/>
                </a:solidFill>
              </a:defRPr>
            </a:pPr>
            <a:r>
              <a:t>\item 将直线方程代入二次曲面方程 $F(x,y,z)=0$ 经整理后,会得到一个关于t的二次方程:</a:t>
            </a:r>
          </a:p>
          <a:p>
            <a:pPr>
              <a:defRPr sz="2000">
                <a:solidFill>
                  <a:srgbClr val="000000"/>
                </a:solidFill>
              </a:defRPr>
            </a:pPr>
            <a:r>
              <a:t>\tiny</a:t>
            </a:r>
          </a:p>
          <a:p>
            <a:pPr>
              <a:defRPr sz="2000">
                <a:solidFill>
                  <a:srgbClr val="000000"/>
                </a:solidFill>
              </a:defRPr>
            </a:pPr>
            <a:r>
              <a:t>$\phi(X,Y,Z)t^{2}+2[XF_{1}(x_{0},y_{0},z_{0})+YF_{2}(x_{0},y_{0},z_{0})+ZF_{3}(x_{0},y_{0},z_{0})]t+F(x_{0},y_{0},z_{0})=0$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